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A54F7-4B22-479D-A224-98C9F044E276}" v="542" dt="2025-10-08T05:41:55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sandra Foster" userId="19ce677327351b82" providerId="Windows Live" clId="Web-{193A54F7-4B22-479D-A224-98C9F044E276}"/>
    <pc:docChg chg="mod addSld modSld addMainMaster delMainMaster">
      <pc:chgData name="Cassandra Foster" userId="19ce677327351b82" providerId="Windows Live" clId="Web-{193A54F7-4B22-479D-A224-98C9F044E276}" dt="2025-10-08T05:41:55.655" v="500" actId="20577"/>
      <pc:docMkLst>
        <pc:docMk/>
      </pc:docMkLst>
      <pc:sldChg chg="addSp modSp mod modClrScheme chgLayout">
        <pc:chgData name="Cassandra Foster" userId="19ce677327351b82" providerId="Windows Live" clId="Web-{193A54F7-4B22-479D-A224-98C9F044E276}" dt="2025-10-08T04:12:04.967" v="290" actId="1076"/>
        <pc:sldMkLst>
          <pc:docMk/>
          <pc:sldMk cId="109857222" sldId="256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assandra Foster" userId="19ce677327351b82" providerId="Windows Live" clId="Web-{193A54F7-4B22-479D-A224-98C9F044E276}" dt="2025-10-08T04:06:53.810" v="253" actId="1076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Cassandra Foster" userId="19ce677327351b82" providerId="Windows Live" clId="Web-{193A54F7-4B22-479D-A224-98C9F044E276}" dt="2025-10-08T04:10:32.264" v="284" actId="1076"/>
          <ac:spMkLst>
            <pc:docMk/>
            <pc:sldMk cId="109857222" sldId="256"/>
            <ac:spMk id="5" creationId="{62851DCD-FFD4-D925-13E2-B6F247856411}"/>
          </ac:spMkLst>
        </pc:spChg>
        <pc:picChg chg="add mod">
          <ac:chgData name="Cassandra Foster" userId="19ce677327351b82" providerId="Windows Live" clId="Web-{193A54F7-4B22-479D-A224-98C9F044E276}" dt="2025-10-08T04:10:32.264" v="283" actId="1076"/>
          <ac:picMkLst>
            <pc:docMk/>
            <pc:sldMk cId="109857222" sldId="256"/>
            <ac:picMk id="4" creationId="{550FFA16-66C7-A8B8-59B1-15974EB6D201}"/>
          </ac:picMkLst>
        </pc:picChg>
        <pc:picChg chg="add mod">
          <ac:chgData name="Cassandra Foster" userId="19ce677327351b82" providerId="Windows Live" clId="Web-{193A54F7-4B22-479D-A224-98C9F044E276}" dt="2025-10-08T04:12:04.967" v="290" actId="1076"/>
          <ac:picMkLst>
            <pc:docMk/>
            <pc:sldMk cId="109857222" sldId="256"/>
            <ac:picMk id="7" creationId="{46790E59-04BE-A51F-2093-022A413CC46F}"/>
          </ac:picMkLst>
        </pc:picChg>
      </pc:sldChg>
      <pc:sldChg chg="modSp new mod modClrScheme chgLayout">
        <pc:chgData name="Cassandra Foster" userId="19ce677327351b82" providerId="Windows Live" clId="Web-{193A54F7-4B22-479D-A224-98C9F044E276}" dt="2025-10-08T04:18:37.983" v="338" actId="20577"/>
        <pc:sldMkLst>
          <pc:docMk/>
          <pc:sldMk cId="2063935455" sldId="257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2063935455" sldId="257"/>
            <ac:spMk id="2" creationId="{C6BDDD67-0AF2-DCE3-36FE-F6C690A927F5}"/>
          </ac:spMkLst>
        </pc:spChg>
        <pc:spChg chg="mod ord">
          <ac:chgData name="Cassandra Foster" userId="19ce677327351b82" providerId="Windows Live" clId="Web-{193A54F7-4B22-479D-A224-98C9F044E276}" dt="2025-10-08T04:18:37.983" v="338" actId="20577"/>
          <ac:spMkLst>
            <pc:docMk/>
            <pc:sldMk cId="2063935455" sldId="257"/>
            <ac:spMk id="3" creationId="{4AFB6F3A-A961-A35E-DC8A-B4FC43C5A745}"/>
          </ac:spMkLst>
        </pc:spChg>
      </pc:sldChg>
      <pc:sldChg chg="addSp modSp new mod modClrScheme chgLayout">
        <pc:chgData name="Cassandra Foster" userId="19ce677327351b82" providerId="Windows Live" clId="Web-{193A54F7-4B22-479D-A224-98C9F044E276}" dt="2025-10-08T04:15:17.186" v="333" actId="20577"/>
        <pc:sldMkLst>
          <pc:docMk/>
          <pc:sldMk cId="304787311" sldId="258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304787311" sldId="258"/>
            <ac:spMk id="2" creationId="{63BBBBA0-3837-0C6D-511A-E593C1D0A621}"/>
          </ac:spMkLst>
        </pc:spChg>
        <pc:spChg chg="mod ord">
          <ac:chgData name="Cassandra Foster" userId="19ce677327351b82" providerId="Windows Live" clId="Web-{193A54F7-4B22-479D-A224-98C9F044E276}" dt="2025-10-08T04:15:17.186" v="333" actId="20577"/>
          <ac:spMkLst>
            <pc:docMk/>
            <pc:sldMk cId="304787311" sldId="258"/>
            <ac:spMk id="3" creationId="{73D17867-22BD-7604-3BCB-D53F99C5CFC4}"/>
          </ac:spMkLst>
        </pc:spChg>
        <pc:spChg chg="add mod">
          <ac:chgData name="Cassandra Foster" userId="19ce677327351b82" providerId="Windows Live" clId="Web-{193A54F7-4B22-479D-A224-98C9F044E276}" dt="2025-10-08T04:08:14.545" v="265" actId="1076"/>
          <ac:spMkLst>
            <pc:docMk/>
            <pc:sldMk cId="304787311" sldId="258"/>
            <ac:spMk id="5" creationId="{C00F773C-D8FB-AF41-8E5A-178911019C7E}"/>
          </ac:spMkLst>
        </pc:spChg>
        <pc:picChg chg="add mod">
          <ac:chgData name="Cassandra Foster" userId="19ce677327351b82" providerId="Windows Live" clId="Web-{193A54F7-4B22-479D-A224-98C9F044E276}" dt="2025-10-08T04:08:21.857" v="266" actId="1076"/>
          <ac:picMkLst>
            <pc:docMk/>
            <pc:sldMk cId="304787311" sldId="258"/>
            <ac:picMk id="4" creationId="{61E5D412-4EAA-6B70-4836-4B9E9EA69D36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5:41:55.655" v="500" actId="20577"/>
        <pc:sldMkLst>
          <pc:docMk/>
          <pc:sldMk cId="488051468" sldId="259"/>
        </pc:sldMkLst>
        <pc:spChg chg="mod ord">
          <ac:chgData name="Cassandra Foster" userId="19ce677327351b82" providerId="Windows Live" clId="Web-{193A54F7-4B22-479D-A224-98C9F044E276}" dt="2025-10-08T04:19:20.999" v="340" actId="20577"/>
          <ac:spMkLst>
            <pc:docMk/>
            <pc:sldMk cId="488051468" sldId="259"/>
            <ac:spMk id="2" creationId="{F2D2897B-5834-15B5-8EB4-EE60080C1AB5}"/>
          </ac:spMkLst>
        </pc:spChg>
        <pc:spChg chg="mod ord">
          <ac:chgData name="Cassandra Foster" userId="19ce677327351b82" providerId="Windows Live" clId="Web-{193A54F7-4B22-479D-A224-98C9F044E276}" dt="2025-10-08T05:41:55.655" v="500" actId="20577"/>
          <ac:spMkLst>
            <pc:docMk/>
            <pc:sldMk cId="488051468" sldId="259"/>
            <ac:spMk id="3" creationId="{F7CBEAFE-2AF1-4953-E4C6-8F9A18F49F13}"/>
          </ac:spMkLst>
        </pc:spChg>
        <pc:spChg chg="add mod">
          <ac:chgData name="Cassandra Foster" userId="19ce677327351b82" providerId="Windows Live" clId="Web-{193A54F7-4B22-479D-A224-98C9F044E276}" dt="2025-10-08T04:20:11.686" v="346" actId="1076"/>
          <ac:spMkLst>
            <pc:docMk/>
            <pc:sldMk cId="488051468" sldId="259"/>
            <ac:spMk id="5" creationId="{FD8E8221-92D0-D9C4-1FBB-E6B26567DDDA}"/>
          </ac:spMkLst>
        </pc:spChg>
        <pc:picChg chg="add mod">
          <ac:chgData name="Cassandra Foster" userId="19ce677327351b82" providerId="Windows Live" clId="Web-{193A54F7-4B22-479D-A224-98C9F044E276}" dt="2025-10-08T04:20:16.421" v="347" actId="1076"/>
          <ac:picMkLst>
            <pc:docMk/>
            <pc:sldMk cId="488051468" sldId="259"/>
            <ac:picMk id="4" creationId="{151F0386-F80A-4392-903E-73812A1D5895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4:21:42.734" v="355" actId="1076"/>
        <pc:sldMkLst>
          <pc:docMk/>
          <pc:sldMk cId="3049420214" sldId="260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3049420214" sldId="260"/>
            <ac:spMk id="2" creationId="{822FE43B-39D5-45BF-5714-C7D02C2E9884}"/>
          </ac:spMkLst>
        </pc:spChg>
        <pc:spChg chg="mod ord">
          <ac:chgData name="Cassandra Foster" userId="19ce677327351b82" providerId="Windows Live" clId="Web-{193A54F7-4B22-479D-A224-98C9F044E276}" dt="2025-10-08T04:15:36.530" v="334" actId="20577"/>
          <ac:spMkLst>
            <pc:docMk/>
            <pc:sldMk cId="3049420214" sldId="260"/>
            <ac:spMk id="3" creationId="{0E7C4F4F-EE56-4944-B806-DA86B4F759E1}"/>
          </ac:spMkLst>
        </pc:spChg>
        <pc:spChg chg="add mod">
          <ac:chgData name="Cassandra Foster" userId="19ce677327351b82" providerId="Windows Live" clId="Web-{193A54F7-4B22-479D-A224-98C9F044E276}" dt="2025-10-08T04:21:42.734" v="355" actId="1076"/>
          <ac:spMkLst>
            <pc:docMk/>
            <pc:sldMk cId="3049420214" sldId="260"/>
            <ac:spMk id="5" creationId="{49274D0A-41CE-1EC9-2A2B-BB6E035D2B00}"/>
          </ac:spMkLst>
        </pc:spChg>
        <pc:picChg chg="add mod">
          <ac:chgData name="Cassandra Foster" userId="19ce677327351b82" providerId="Windows Live" clId="Web-{193A54F7-4B22-479D-A224-98C9F044E276}" dt="2025-10-08T04:21:42.718" v="354" actId="1076"/>
          <ac:picMkLst>
            <pc:docMk/>
            <pc:sldMk cId="3049420214" sldId="260"/>
            <ac:picMk id="4" creationId="{11FFCB32-DD98-0D47-0D77-A684B86F7D4F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4:24:01.813" v="364" actId="1076"/>
        <pc:sldMkLst>
          <pc:docMk/>
          <pc:sldMk cId="1664162385" sldId="261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1664162385" sldId="261"/>
            <ac:spMk id="2" creationId="{D60DA80A-23F8-1A24-A023-DCCB51ABDB5D}"/>
          </ac:spMkLst>
        </pc:spChg>
        <pc:spChg chg="mod ord">
          <ac:chgData name="Cassandra Foster" userId="19ce677327351b82" providerId="Windows Live" clId="Web-{193A54F7-4B22-479D-A224-98C9F044E276}" dt="2025-10-08T04:15:51.170" v="336" actId="20577"/>
          <ac:spMkLst>
            <pc:docMk/>
            <pc:sldMk cId="1664162385" sldId="261"/>
            <ac:spMk id="3" creationId="{40CD3AE1-EBCC-679E-E18A-13184D6C3CFE}"/>
          </ac:spMkLst>
        </pc:spChg>
        <pc:spChg chg="add mod">
          <ac:chgData name="Cassandra Foster" userId="19ce677327351b82" providerId="Windows Live" clId="Web-{193A54F7-4B22-479D-A224-98C9F044E276}" dt="2025-10-08T04:23:52.610" v="363" actId="1076"/>
          <ac:spMkLst>
            <pc:docMk/>
            <pc:sldMk cId="1664162385" sldId="261"/>
            <ac:spMk id="5" creationId="{CF84A171-94A6-75DC-2B2F-DD273D2CA020}"/>
          </ac:spMkLst>
        </pc:spChg>
        <pc:picChg chg="add mod">
          <ac:chgData name="Cassandra Foster" userId="19ce677327351b82" providerId="Windows Live" clId="Web-{193A54F7-4B22-479D-A224-98C9F044E276}" dt="2025-10-08T04:24:01.813" v="364" actId="1076"/>
          <ac:picMkLst>
            <pc:docMk/>
            <pc:sldMk cId="1664162385" sldId="261"/>
            <ac:picMk id="4" creationId="{04E29B5B-44E4-6C61-08F3-4E0B9A78B33C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4:25:29.879" v="376" actId="1076"/>
        <pc:sldMkLst>
          <pc:docMk/>
          <pc:sldMk cId="1685678887" sldId="262"/>
        </pc:sldMkLst>
        <pc:spChg chg="mod ord">
          <ac:chgData name="Cassandra Foster" userId="19ce677327351b82" providerId="Windows Live" clId="Web-{193A54F7-4B22-479D-A224-98C9F044E276}" dt="2025-10-08T04:13:28.748" v="323" actId="20577"/>
          <ac:spMkLst>
            <pc:docMk/>
            <pc:sldMk cId="1685678887" sldId="262"/>
            <ac:spMk id="2" creationId="{32C4DA3C-164B-E20C-1C47-5FB01A2446A8}"/>
          </ac:spMkLst>
        </pc:spChg>
        <pc:spChg chg="mod ord">
          <ac:chgData name="Cassandra Foster" userId="19ce677327351b82" providerId="Windows Live" clId="Web-{193A54F7-4B22-479D-A224-98C9F044E276}" dt="2025-10-08T04:14:51.467" v="331" actId="20577"/>
          <ac:spMkLst>
            <pc:docMk/>
            <pc:sldMk cId="1685678887" sldId="262"/>
            <ac:spMk id="3" creationId="{4DAA6F69-B5D6-1640-AE59-61C3CC53D3CF}"/>
          </ac:spMkLst>
        </pc:spChg>
        <pc:spChg chg="add mod">
          <ac:chgData name="Cassandra Foster" userId="19ce677327351b82" providerId="Windows Live" clId="Web-{193A54F7-4B22-479D-A224-98C9F044E276}" dt="2025-10-08T04:25:06.676" v="372"/>
          <ac:spMkLst>
            <pc:docMk/>
            <pc:sldMk cId="1685678887" sldId="262"/>
            <ac:spMk id="5" creationId="{95FB7493-DF6D-3986-9789-D9122323B6D3}"/>
          </ac:spMkLst>
        </pc:spChg>
        <pc:picChg chg="add mod">
          <ac:chgData name="Cassandra Foster" userId="19ce677327351b82" providerId="Windows Live" clId="Web-{193A54F7-4B22-479D-A224-98C9F044E276}" dt="2025-10-08T04:25:29.879" v="376" actId="1076"/>
          <ac:picMkLst>
            <pc:docMk/>
            <pc:sldMk cId="1685678887" sldId="262"/>
            <ac:picMk id="4" creationId="{EA4F9EBB-7B7D-4500-DA68-68D037C45EDC}"/>
          </ac:picMkLst>
        </pc:picChg>
      </pc:sldChg>
      <pc:sldChg chg="addSp delSp modSp new mod modClrScheme chgLayout">
        <pc:chgData name="Cassandra Foster" userId="19ce677327351b82" providerId="Windows Live" clId="Web-{193A54F7-4B22-479D-A224-98C9F044E276}" dt="2025-10-08T04:51:36.269" v="462"/>
        <pc:sldMkLst>
          <pc:docMk/>
          <pc:sldMk cId="3229340310" sldId="263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3229340310" sldId="263"/>
            <ac:spMk id="2" creationId="{3C8E9400-953A-599F-66D6-4325535B49B2}"/>
          </ac:spMkLst>
        </pc:spChg>
        <pc:spChg chg="mod ord">
          <ac:chgData name="Cassandra Foster" userId="19ce677327351b82" providerId="Windows Live" clId="Web-{193A54F7-4B22-479D-A224-98C9F044E276}" dt="2025-10-08T04:14:39.733" v="330" actId="20577"/>
          <ac:spMkLst>
            <pc:docMk/>
            <pc:sldMk cId="3229340310" sldId="263"/>
            <ac:spMk id="3" creationId="{3797AA06-5FEF-C2C8-A2F9-0D3C55040870}"/>
          </ac:spMkLst>
        </pc:spChg>
        <pc:spChg chg="add del mod">
          <ac:chgData name="Cassandra Foster" userId="19ce677327351b82" providerId="Windows Live" clId="Web-{193A54F7-4B22-479D-A224-98C9F044E276}" dt="2025-10-08T04:51:16.769" v="460"/>
          <ac:spMkLst>
            <pc:docMk/>
            <pc:sldMk cId="3229340310" sldId="263"/>
            <ac:spMk id="5" creationId="{28D6EEF7-A780-F4EF-FAAA-B928D3237224}"/>
          </ac:spMkLst>
        </pc:spChg>
        <pc:picChg chg="add del mod">
          <ac:chgData name="Cassandra Foster" userId="19ce677327351b82" providerId="Windows Live" clId="Web-{193A54F7-4B22-479D-A224-98C9F044E276}" dt="2025-10-08T04:49:50.033" v="456"/>
          <ac:picMkLst>
            <pc:docMk/>
            <pc:sldMk cId="3229340310" sldId="263"/>
            <ac:picMk id="4" creationId="{68A1FDB1-75A4-F6FB-F77A-347A90A8A3BB}"/>
          </ac:picMkLst>
        </pc:picChg>
        <pc:picChg chg="add del mod">
          <ac:chgData name="Cassandra Foster" userId="19ce677327351b82" providerId="Windows Live" clId="Web-{193A54F7-4B22-479D-A224-98C9F044E276}" dt="2025-10-08T04:49:53.236" v="457"/>
          <ac:picMkLst>
            <pc:docMk/>
            <pc:sldMk cId="3229340310" sldId="263"/>
            <ac:picMk id="7" creationId="{27E560EE-43D5-13A7-32DF-5DDB2E8A9195}"/>
          </ac:picMkLst>
        </pc:picChg>
        <pc:picChg chg="add del mod">
          <ac:chgData name="Cassandra Foster" userId="19ce677327351b82" providerId="Windows Live" clId="Web-{193A54F7-4B22-479D-A224-98C9F044E276}" dt="2025-10-08T04:51:36.269" v="462"/>
          <ac:picMkLst>
            <pc:docMk/>
            <pc:sldMk cId="3229340310" sldId="263"/>
            <ac:picMk id="8" creationId="{F5675F35-EA48-7B49-E925-E41D65C8408F}"/>
          </ac:picMkLst>
        </pc:picChg>
      </pc:sldChg>
      <pc:sldChg chg="addSp delSp modSp new mod modClrScheme chgLayout">
        <pc:chgData name="Cassandra Foster" userId="19ce677327351b82" providerId="Windows Live" clId="Web-{193A54F7-4B22-479D-A224-98C9F044E276}" dt="2025-10-08T04:30:13.146" v="400" actId="1076"/>
        <pc:sldMkLst>
          <pc:docMk/>
          <pc:sldMk cId="1589970011" sldId="264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1589970011" sldId="264"/>
            <ac:spMk id="2" creationId="{E579F5C8-2ECF-C9DC-0DCC-157C89033C57}"/>
          </ac:spMkLst>
        </pc:spChg>
        <pc:spChg chg="mod ord">
          <ac:chgData name="Cassandra Foster" userId="19ce677327351b82" providerId="Windows Live" clId="Web-{193A54F7-4B22-479D-A224-98C9F044E276}" dt="2025-10-08T04:13:49.545" v="324" actId="20577"/>
          <ac:spMkLst>
            <pc:docMk/>
            <pc:sldMk cId="1589970011" sldId="264"/>
            <ac:spMk id="3" creationId="{F2765282-9DA8-40AC-D0E9-AB4BA2031F67}"/>
          </ac:spMkLst>
        </pc:spChg>
        <pc:spChg chg="add del mod">
          <ac:chgData name="Cassandra Foster" userId="19ce677327351b82" providerId="Windows Live" clId="Web-{193A54F7-4B22-479D-A224-98C9F044E276}" dt="2025-10-08T04:27:18.129" v="385"/>
          <ac:spMkLst>
            <pc:docMk/>
            <pc:sldMk cId="1589970011" sldId="264"/>
            <ac:spMk id="5" creationId="{2909A5F7-1EF1-F804-33E7-9A8C3C6A9722}"/>
          </ac:spMkLst>
        </pc:spChg>
        <pc:spChg chg="add del mod">
          <ac:chgData name="Cassandra Foster" userId="19ce677327351b82" providerId="Windows Live" clId="Web-{193A54F7-4B22-479D-A224-98C9F044E276}" dt="2025-10-08T04:27:51.942" v="390"/>
          <ac:spMkLst>
            <pc:docMk/>
            <pc:sldMk cId="1589970011" sldId="264"/>
            <ac:spMk id="8" creationId="{F116964B-A7FD-8E06-B668-28A141E43696}"/>
          </ac:spMkLst>
        </pc:spChg>
        <pc:spChg chg="add del mod">
          <ac:chgData name="Cassandra Foster" userId="19ce677327351b82" providerId="Windows Live" clId="Web-{193A54F7-4B22-479D-A224-98C9F044E276}" dt="2025-10-08T04:29:35.411" v="396"/>
          <ac:spMkLst>
            <pc:docMk/>
            <pc:sldMk cId="1589970011" sldId="264"/>
            <ac:spMk id="11" creationId="{61C34802-9424-657F-EC82-BCDF1EDC0BC7}"/>
          </ac:spMkLst>
        </pc:spChg>
        <pc:picChg chg="add del mod">
          <ac:chgData name="Cassandra Foster" userId="19ce677327351b82" providerId="Windows Live" clId="Web-{193A54F7-4B22-479D-A224-98C9F044E276}" dt="2025-10-08T04:27:10.051" v="383"/>
          <ac:picMkLst>
            <pc:docMk/>
            <pc:sldMk cId="1589970011" sldId="264"/>
            <ac:picMk id="4" creationId="{0BF770E0-F9B8-C45F-DC8D-9C9183EF4F21}"/>
          </ac:picMkLst>
        </pc:picChg>
        <pc:picChg chg="add del mod">
          <ac:chgData name="Cassandra Foster" userId="19ce677327351b82" providerId="Windows Live" clId="Web-{193A54F7-4B22-479D-A224-98C9F044E276}" dt="2025-10-08T04:27:51.942" v="391"/>
          <ac:picMkLst>
            <pc:docMk/>
            <pc:sldMk cId="1589970011" sldId="264"/>
            <ac:picMk id="7" creationId="{B159ADDC-8727-7357-76C8-8538C6188D70}"/>
          </ac:picMkLst>
        </pc:picChg>
        <pc:picChg chg="add del mod">
          <ac:chgData name="Cassandra Foster" userId="19ce677327351b82" providerId="Windows Live" clId="Web-{193A54F7-4B22-479D-A224-98C9F044E276}" dt="2025-10-08T04:29:35.411" v="397"/>
          <ac:picMkLst>
            <pc:docMk/>
            <pc:sldMk cId="1589970011" sldId="264"/>
            <ac:picMk id="10" creationId="{754D3E24-C893-6C7E-D3E3-C334F69B3603}"/>
          </ac:picMkLst>
        </pc:picChg>
        <pc:picChg chg="add mod">
          <ac:chgData name="Cassandra Foster" userId="19ce677327351b82" providerId="Windows Live" clId="Web-{193A54F7-4B22-479D-A224-98C9F044E276}" dt="2025-10-08T04:30:13.146" v="400" actId="1076"/>
          <ac:picMkLst>
            <pc:docMk/>
            <pc:sldMk cId="1589970011" sldId="264"/>
            <ac:picMk id="13" creationId="{17A3563B-44D2-556F-844A-F69D61F7B58E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4:30:52.677" v="408" actId="1076"/>
        <pc:sldMkLst>
          <pc:docMk/>
          <pc:sldMk cId="2064367710" sldId="265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2064367710" sldId="265"/>
            <ac:spMk id="2" creationId="{350B6B17-8E27-4EA7-3F58-C11762443A05}"/>
          </ac:spMkLst>
        </pc:spChg>
        <pc:spChg chg="mod ord">
          <ac:chgData name="Cassandra Foster" userId="19ce677327351b82" providerId="Windows Live" clId="Web-{193A54F7-4B22-479D-A224-98C9F044E276}" dt="2025-10-08T04:13:55.983" v="325" actId="20577"/>
          <ac:spMkLst>
            <pc:docMk/>
            <pc:sldMk cId="2064367710" sldId="265"/>
            <ac:spMk id="3" creationId="{F37C70B2-93F6-E841-BADF-DA705ED910A0}"/>
          </ac:spMkLst>
        </pc:spChg>
        <pc:spChg chg="add mod">
          <ac:chgData name="Cassandra Foster" userId="19ce677327351b82" providerId="Windows Live" clId="Web-{193A54F7-4B22-479D-A224-98C9F044E276}" dt="2025-10-08T04:30:52.677" v="408" actId="1076"/>
          <ac:spMkLst>
            <pc:docMk/>
            <pc:sldMk cId="2064367710" sldId="265"/>
            <ac:spMk id="5" creationId="{B34F9E66-0448-F21D-0A6D-7659C8EE0DB6}"/>
          </ac:spMkLst>
        </pc:spChg>
        <pc:picChg chg="add mod">
          <ac:chgData name="Cassandra Foster" userId="19ce677327351b82" providerId="Windows Live" clId="Web-{193A54F7-4B22-479D-A224-98C9F044E276}" dt="2025-10-08T04:30:52.677" v="407" actId="1076"/>
          <ac:picMkLst>
            <pc:docMk/>
            <pc:sldMk cId="2064367710" sldId="265"/>
            <ac:picMk id="4" creationId="{BA899297-010B-2501-D8AB-1C7773F8E907}"/>
          </ac:picMkLst>
        </pc:picChg>
      </pc:sldChg>
      <pc:sldChg chg="addSp modSp new mod modClrScheme chgLayout">
        <pc:chgData name="Cassandra Foster" userId="19ce677327351b82" providerId="Windows Live" clId="Web-{193A54F7-4B22-479D-A224-98C9F044E276}" dt="2025-10-08T04:31:20.771" v="410" actId="1076"/>
        <pc:sldMkLst>
          <pc:docMk/>
          <pc:sldMk cId="1064080120" sldId="266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1064080120" sldId="266"/>
            <ac:spMk id="2" creationId="{230E0E43-529B-A48E-011D-3B154523D3C2}"/>
          </ac:spMkLst>
        </pc:spChg>
        <pc:spChg chg="mod ord">
          <ac:chgData name="Cassandra Foster" userId="19ce677327351b82" providerId="Windows Live" clId="Web-{193A54F7-4B22-479D-A224-98C9F044E276}" dt="2025-10-08T04:14:06.733" v="326" actId="20577"/>
          <ac:spMkLst>
            <pc:docMk/>
            <pc:sldMk cId="1064080120" sldId="266"/>
            <ac:spMk id="3" creationId="{35A7F290-9C4D-BB03-0BB6-D8C90E98194B}"/>
          </ac:spMkLst>
        </pc:spChg>
        <pc:picChg chg="add mod">
          <ac:chgData name="Cassandra Foster" userId="19ce677327351b82" providerId="Windows Live" clId="Web-{193A54F7-4B22-479D-A224-98C9F044E276}" dt="2025-10-08T04:31:20.771" v="410" actId="1076"/>
          <ac:picMkLst>
            <pc:docMk/>
            <pc:sldMk cId="1064080120" sldId="266"/>
            <ac:picMk id="4" creationId="{104998CF-2A04-D1DD-FA59-06C8E587336A}"/>
          </ac:picMkLst>
        </pc:picChg>
      </pc:sldChg>
      <pc:sldChg chg="modSp new mod modClrScheme chgLayout">
        <pc:chgData name="Cassandra Foster" userId="19ce677327351b82" providerId="Windows Live" clId="Web-{193A54F7-4B22-479D-A224-98C9F044E276}" dt="2025-10-08T04:12:54.702" v="292" actId="20577"/>
        <pc:sldMkLst>
          <pc:docMk/>
          <pc:sldMk cId="2981404359" sldId="267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2981404359" sldId="267"/>
            <ac:spMk id="2" creationId="{9804FC1B-BEFD-E0D6-CE86-A3536EAB4FD3}"/>
          </ac:spMkLst>
        </pc:spChg>
        <pc:spChg chg="mod ord">
          <ac:chgData name="Cassandra Foster" userId="19ce677327351b82" providerId="Windows Live" clId="Web-{193A54F7-4B22-479D-A224-98C9F044E276}" dt="2025-10-08T04:12:54.702" v="292" actId="20577"/>
          <ac:spMkLst>
            <pc:docMk/>
            <pc:sldMk cId="2981404359" sldId="267"/>
            <ac:spMk id="3" creationId="{C1F7C84A-D88B-96B9-FAEB-75D66678A210}"/>
          </ac:spMkLst>
        </pc:spChg>
      </pc:sldChg>
      <pc:sldChg chg="addSp modSp new mod modClrScheme chgLayout">
        <pc:chgData name="Cassandra Foster" userId="19ce677327351b82" providerId="Windows Live" clId="Web-{193A54F7-4B22-479D-A224-98C9F044E276}" dt="2025-10-08T04:32:38.130" v="414" actId="1076"/>
        <pc:sldMkLst>
          <pc:docMk/>
          <pc:sldMk cId="2221287014" sldId="268"/>
        </pc:sldMkLst>
        <pc:spChg chg="mod ord">
          <ac:chgData name="Cassandra Foster" userId="19ce677327351b82" providerId="Windows Live" clId="Web-{193A54F7-4B22-479D-A224-98C9F044E276}" dt="2025-10-08T04:06:21.729" v="251"/>
          <ac:spMkLst>
            <pc:docMk/>
            <pc:sldMk cId="2221287014" sldId="268"/>
            <ac:spMk id="2" creationId="{DD22396C-6069-1706-1985-92B28D78CE85}"/>
          </ac:spMkLst>
        </pc:spChg>
        <pc:spChg chg="mod ord">
          <ac:chgData name="Cassandra Foster" userId="19ce677327351b82" providerId="Windows Live" clId="Web-{193A54F7-4B22-479D-A224-98C9F044E276}" dt="2025-10-08T04:14:17.045" v="327" actId="20577"/>
          <ac:spMkLst>
            <pc:docMk/>
            <pc:sldMk cId="2221287014" sldId="268"/>
            <ac:spMk id="3" creationId="{0AD91833-9A07-9A65-DFEE-B924619F9256}"/>
          </ac:spMkLst>
        </pc:spChg>
        <pc:picChg chg="add mod">
          <ac:chgData name="Cassandra Foster" userId="19ce677327351b82" providerId="Windows Live" clId="Web-{193A54F7-4B22-479D-A224-98C9F044E276}" dt="2025-10-08T04:32:38.130" v="414" actId="1076"/>
          <ac:picMkLst>
            <pc:docMk/>
            <pc:sldMk cId="2221287014" sldId="268"/>
            <ac:picMk id="4" creationId="{6525EC5F-1266-E493-34BC-E6141342C7B6}"/>
          </ac:picMkLst>
        </pc:picChg>
      </pc:sldChg>
      <pc:sldChg chg="addSp delSp modSp new">
        <pc:chgData name="Cassandra Foster" userId="19ce677327351b82" providerId="Windows Live" clId="Web-{193A54F7-4B22-479D-A224-98C9F044E276}" dt="2025-10-08T04:55:06.989" v="484" actId="1076"/>
        <pc:sldMkLst>
          <pc:docMk/>
          <pc:sldMk cId="4056710657" sldId="269"/>
        </pc:sldMkLst>
        <pc:spChg chg="mod">
          <ac:chgData name="Cassandra Foster" userId="19ce677327351b82" providerId="Windows Live" clId="Web-{193A54F7-4B22-479D-A224-98C9F044E276}" dt="2025-10-08T04:46:32.515" v="426" actId="20577"/>
          <ac:spMkLst>
            <pc:docMk/>
            <pc:sldMk cId="4056710657" sldId="269"/>
            <ac:spMk id="2" creationId="{E6A54797-572E-C30A-E063-E66BB3737251}"/>
          </ac:spMkLst>
        </pc:spChg>
        <pc:spChg chg="del">
          <ac:chgData name="Cassandra Foster" userId="19ce677327351b82" providerId="Windows Live" clId="Web-{193A54F7-4B22-479D-A224-98C9F044E276}" dt="2025-10-08T04:46:48.156" v="427"/>
          <ac:spMkLst>
            <pc:docMk/>
            <pc:sldMk cId="4056710657" sldId="269"/>
            <ac:spMk id="3" creationId="{22B631D2-7EF0-D3A0-E625-1F35505A90E2}"/>
          </ac:spMkLst>
        </pc:spChg>
        <pc:spChg chg="add mod">
          <ac:chgData name="Cassandra Foster" userId="19ce677327351b82" providerId="Windows Live" clId="Web-{193A54F7-4B22-479D-A224-98C9F044E276}" dt="2025-10-08T04:55:06.989" v="484" actId="1076"/>
          <ac:spMkLst>
            <pc:docMk/>
            <pc:sldMk cId="4056710657" sldId="269"/>
            <ac:spMk id="8" creationId="{B250B1DE-E12E-4C77-C0B8-8938039BE55C}"/>
          </ac:spMkLst>
        </pc:spChg>
        <pc:picChg chg="add mod ord">
          <ac:chgData name="Cassandra Foster" userId="19ce677327351b82" providerId="Windows Live" clId="Web-{193A54F7-4B22-479D-A224-98C9F044E276}" dt="2025-10-08T04:47:25.578" v="431" actId="1076"/>
          <ac:picMkLst>
            <pc:docMk/>
            <pc:sldMk cId="4056710657" sldId="269"/>
            <ac:picMk id="4" creationId="{B01CCC59-1B35-394C-1C57-20205E23093B}"/>
          </ac:picMkLst>
        </pc:picChg>
        <pc:picChg chg="add mod">
          <ac:chgData name="Cassandra Foster" userId="19ce677327351b82" providerId="Windows Live" clId="Web-{193A54F7-4B22-479D-A224-98C9F044E276}" dt="2025-10-08T04:47:28.797" v="432" actId="1076"/>
          <ac:picMkLst>
            <pc:docMk/>
            <pc:sldMk cId="4056710657" sldId="269"/>
            <ac:picMk id="5" creationId="{CBEE8BEA-5B61-E0DE-96F0-805C1CC320F0}"/>
          </ac:picMkLst>
        </pc:picChg>
        <pc:picChg chg="add del mod">
          <ac:chgData name="Cassandra Foster" userId="19ce677327351b82" providerId="Windows Live" clId="Web-{193A54F7-4B22-479D-A224-98C9F044E276}" dt="2025-10-08T04:52:12.785" v="466"/>
          <ac:picMkLst>
            <pc:docMk/>
            <pc:sldMk cId="4056710657" sldId="269"/>
            <ac:picMk id="6" creationId="{47D8280F-B7FB-4EE6-4C7E-4A234852E108}"/>
          </ac:picMkLst>
        </pc:picChg>
        <pc:picChg chg="add mod">
          <ac:chgData name="Cassandra Foster" userId="19ce677327351b82" providerId="Windows Live" clId="Web-{193A54F7-4B22-479D-A224-98C9F044E276}" dt="2025-10-08T04:55:06.989" v="483" actId="1076"/>
          <ac:picMkLst>
            <pc:docMk/>
            <pc:sldMk cId="4056710657" sldId="269"/>
            <ac:picMk id="7" creationId="{2B1B644F-F7CB-95BD-936C-0C9EF6750F1A}"/>
          </ac:picMkLst>
        </pc:picChg>
      </pc:sldChg>
      <pc:sldChg chg="addSp delSp modSp new">
        <pc:chgData name="Cassandra Foster" userId="19ce677327351b82" providerId="Windows Live" clId="Web-{193A54F7-4B22-479D-A224-98C9F044E276}" dt="2025-10-08T04:48:56.454" v="450" actId="20577"/>
        <pc:sldMkLst>
          <pc:docMk/>
          <pc:sldMk cId="3288343721" sldId="270"/>
        </pc:sldMkLst>
        <pc:spChg chg="mod">
          <ac:chgData name="Cassandra Foster" userId="19ce677327351b82" providerId="Windows Live" clId="Web-{193A54F7-4B22-479D-A224-98C9F044E276}" dt="2025-10-08T04:48:56.454" v="450" actId="20577"/>
          <ac:spMkLst>
            <pc:docMk/>
            <pc:sldMk cId="3288343721" sldId="270"/>
            <ac:spMk id="2" creationId="{28CBDF9C-20F2-BEA0-A8DB-D2CEC4C8729F}"/>
          </ac:spMkLst>
        </pc:spChg>
        <pc:spChg chg="del">
          <ac:chgData name="Cassandra Foster" userId="19ce677327351b82" providerId="Windows Live" clId="Web-{193A54F7-4B22-479D-A224-98C9F044E276}" dt="2025-10-08T04:48:01.048" v="434"/>
          <ac:spMkLst>
            <pc:docMk/>
            <pc:sldMk cId="3288343721" sldId="270"/>
            <ac:spMk id="3" creationId="{EAC1D38D-5791-ED51-2CAA-227542C641A2}"/>
          </ac:spMkLst>
        </pc:spChg>
        <pc:picChg chg="add mod ord">
          <ac:chgData name="Cassandra Foster" userId="19ce677327351b82" providerId="Windows Live" clId="Web-{193A54F7-4B22-479D-A224-98C9F044E276}" dt="2025-10-08T04:48:38.579" v="438" actId="1076"/>
          <ac:picMkLst>
            <pc:docMk/>
            <pc:sldMk cId="3288343721" sldId="270"/>
            <ac:picMk id="4" creationId="{AB38C628-11AB-3B6C-E755-C7F6387EFAE7}"/>
          </ac:picMkLst>
        </pc:picChg>
        <pc:picChg chg="add mod">
          <ac:chgData name="Cassandra Foster" userId="19ce677327351b82" providerId="Windows Live" clId="Web-{193A54F7-4B22-479D-A224-98C9F044E276}" dt="2025-10-08T04:48:34.439" v="437" actId="1076"/>
          <ac:picMkLst>
            <pc:docMk/>
            <pc:sldMk cId="3288343721" sldId="270"/>
            <ac:picMk id="5" creationId="{E5BEF7D4-1FD4-1EA5-6980-B9890D53C6F7}"/>
          </ac:picMkLst>
        </pc:picChg>
      </pc:sldChg>
      <pc:sldMasterChg chg="del delSldLayout">
        <pc:chgData name="Cassandra Foster" userId="19ce677327351b82" providerId="Windows Live" clId="Web-{193A54F7-4B22-479D-A224-98C9F044E276}" dt="2025-10-08T04:05:56.916" v="249"/>
        <pc:sldMasterMkLst>
          <pc:docMk/>
          <pc:sldMasterMk cId="2460954070" sldId="2147483660"/>
        </pc:sldMasterMkLst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Cassandra Foster" userId="19ce677327351b82" providerId="Windows Live" clId="Web-{193A54F7-4B22-479D-A224-98C9F044E276}" dt="2025-10-08T04:05:56.916" v="24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Cassandra Foster" userId="19ce677327351b82" providerId="Windows Live" clId="Web-{193A54F7-4B22-479D-A224-98C9F044E276}" dt="2025-10-08T04:06:00.494" v="250"/>
        <pc:sldMasterMkLst>
          <pc:docMk/>
          <pc:sldMasterMk cId="1441934655" sldId="2147483672"/>
        </pc:sldMasterMkLst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1211520542" sldId="2147483673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1436742130" sldId="2147483674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2515965560" sldId="2147483675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1934596959" sldId="2147483676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3421524365" sldId="2147483677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45519091" sldId="2147483678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1324313353" sldId="2147483679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4253446628" sldId="2147483680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3925776138" sldId="2147483681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1027914961" sldId="2147483682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00.494" v="250"/>
          <pc:sldLayoutMkLst>
            <pc:docMk/>
            <pc:sldMasterMk cId="1441934655" sldId="2147483672"/>
            <pc:sldLayoutMk cId="2980938936" sldId="2147483683"/>
          </pc:sldLayoutMkLst>
        </pc:sldLayoutChg>
      </pc:sldMasterChg>
      <pc:sldMasterChg chg="add del addSldLayout delSldLayout modSldLayout">
        <pc:chgData name="Cassandra Foster" userId="19ce677327351b82" providerId="Windows Live" clId="Web-{193A54F7-4B22-479D-A224-98C9F044E276}" dt="2025-10-08T04:06:21.729" v="251"/>
        <pc:sldMasterMkLst>
          <pc:docMk/>
          <pc:sldMasterMk cId="3458142148" sldId="2147483684"/>
        </pc:sldMasterMkLst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3943096279" sldId="2147483685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1019794711" sldId="2147483686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768069986" sldId="2147483687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1028172249" sldId="2147483688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2626399459" sldId="2147483689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2979080215" sldId="2147483690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879712781" sldId="2147483691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2988909646" sldId="2147483692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3077433814" sldId="2147483693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652779913" sldId="2147483694"/>
          </pc:sldLayoutMkLst>
        </pc:sldLayoutChg>
        <pc:sldLayoutChg chg="add del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458142148" sldId="2147483684"/>
            <pc:sldLayoutMk cId="488522089" sldId="2147483695"/>
          </pc:sldLayoutMkLst>
        </pc:sldLayoutChg>
      </pc:sldMasterChg>
      <pc:sldMasterChg chg="add addSldLayout modSldLayout">
        <pc:chgData name="Cassandra Foster" userId="19ce677327351b82" providerId="Windows Live" clId="Web-{193A54F7-4B22-479D-A224-98C9F044E276}" dt="2025-10-08T04:06:21.729" v="251"/>
        <pc:sldMasterMkLst>
          <pc:docMk/>
          <pc:sldMasterMk cId="3583759024" sldId="2147483696"/>
        </pc:sldMasterMkLst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2670007540" sldId="2147483697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998203828" sldId="2147483698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2808259810" sldId="2147483699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141250226" sldId="2147483700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3665016679" sldId="2147483701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442983582" sldId="2147483702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3209656928" sldId="2147483703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1484222082" sldId="2147483704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720573864" sldId="2147483705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80274412" sldId="2147483706"/>
          </pc:sldLayoutMkLst>
        </pc:sldLayoutChg>
        <pc:sldLayoutChg chg="add mod replId">
          <pc:chgData name="Cassandra Foster" userId="19ce677327351b82" providerId="Windows Live" clId="Web-{193A54F7-4B22-479D-A224-98C9F044E276}" dt="2025-10-08T04:06:21.729" v="251"/>
          <pc:sldLayoutMkLst>
            <pc:docMk/>
            <pc:sldMasterMk cId="3583759024" sldId="2147483696"/>
            <pc:sldLayoutMk cId="3622533968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007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0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5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501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983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56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422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7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3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10/7/2025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75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adgetsin.com/withings-steel-hr-smartwatch-with-fitness-tracker-and-heart-rate-monitor.ht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dgetsin.com/fitbit-versa-smartwatch-lite-edition.htm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37713708@N03/24322963781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hebluediamondgallery.com/e/ethics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tcs.pressbooks.pub/nursingfundamentals/chapter/18-4-applying-the-nursing-process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wonderlane/46056536535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icserver.org/v/vision.html" TargetMode="Externa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senecapolytechnic.ca/humanresources/standards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Smartwatch ECG Monitoring in Healthcare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120" y="4262873"/>
            <a:ext cx="10268712" cy="244009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+mn-lt"/>
                <a:cs typeface="+mn-lt"/>
              </a:rPr>
              <a:t>Enhancing Heart Health Through Digital Technology</a:t>
            </a:r>
          </a:p>
          <a:p>
            <a:r>
              <a:rPr lang="en-US" dirty="0"/>
              <a:t>By: Cassandra Foster</a:t>
            </a:r>
          </a:p>
          <a:p>
            <a:r>
              <a:rPr lang="en-US" dirty="0"/>
              <a:t>October 7,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person holding a smart watch and a white phone&#10;&#10;AI-generated content may be incorrect.">
            <a:extLst>
              <a:ext uri="{FF2B5EF4-FFF2-40B4-BE49-F238E27FC236}">
                <a16:creationId xmlns:a16="http://schemas.microsoft.com/office/drawing/2014/main" id="{550FFA16-66C7-A8B8-59B1-15974EB6D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08" y="2798702"/>
            <a:ext cx="2116667" cy="14111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851DCD-FFD4-D925-13E2-B6F247856411}"/>
              </a:ext>
            </a:extLst>
          </p:cNvPr>
          <p:cNvSpPr txBox="1"/>
          <p:nvPr/>
        </p:nvSpPr>
        <p:spPr>
          <a:xfrm>
            <a:off x="9408" y="4444999"/>
            <a:ext cx="56445" cy="82316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  <p:pic>
        <p:nvPicPr>
          <p:cNvPr id="7" name="Picture 6" descr="Frequenza Cardiaca Bpm Ecg · Immagini gratis su Pixabay">
            <a:extLst>
              <a:ext uri="{FF2B5EF4-FFF2-40B4-BE49-F238E27FC236}">
                <a16:creationId xmlns:a16="http://schemas.microsoft.com/office/drawing/2014/main" id="{46790E59-04BE-A51F-2093-022A413CC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606" y="2741788"/>
            <a:ext cx="2011305" cy="152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DD67-0AF2-DCE3-36FE-F6C690A9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6F3A-A961-A35E-DC8A-B4FC43C5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Personal experience: mild stroke in 2021 due to high blood pressure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Early exposure to BP monitoring with my mother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Evolution: stationary devices → portable monitors → smartwatches with ECG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Apple Watch enabled continuous heart tracking and easy data sharing with my doctor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Other devices exist, but many users are unaware of ECG features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Wearables are transforming preventive heart care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3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BBBA0-3837-0C6D-511A-E593C1D0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17867-22BD-7604-3BCB-D53F99C5C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Real-time ECG monitoring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Early detection of arrhythmias (AF)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Integration with EHRs and mobile apps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smart watch with a black band&#10;&#10;AI-generated content may be incorrect.">
            <a:extLst>
              <a:ext uri="{FF2B5EF4-FFF2-40B4-BE49-F238E27FC236}">
                <a16:creationId xmlns:a16="http://schemas.microsoft.com/office/drawing/2014/main" id="{61E5D412-4EAA-6B70-4836-4B9E9EA69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60943" y="2704027"/>
            <a:ext cx="3832539" cy="3478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0F773C-D8FB-AF41-8E5A-178911019C7E}"/>
              </a:ext>
            </a:extLst>
          </p:cNvPr>
          <p:cNvSpPr txBox="1"/>
          <p:nvPr/>
        </p:nvSpPr>
        <p:spPr>
          <a:xfrm>
            <a:off x="7410182" y="7556142"/>
            <a:ext cx="3489102" cy="177980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304787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897B-5834-15B5-8EB4-EE60080C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Technology Evaluation – 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EAFE-2AF1-4953-E4C6-8F9A18F49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Pros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Continuous monitoring</a:t>
            </a:r>
            <a:endParaRPr lang="en-US"/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Patient empowerment</a:t>
            </a:r>
            <a:endParaRPr lang="en-US"/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Data sharing with clinicians </a:t>
            </a:r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Cons</a:t>
            </a:r>
            <a:endParaRPr lang="en-US" dirty="0"/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Accuracy vs. hospital-grade ECGs</a:t>
            </a:r>
            <a:endParaRPr lang="en-US"/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False positives</a:t>
            </a:r>
            <a:endParaRPr lang="en-US"/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Workflow challenges</a:t>
            </a:r>
            <a:endParaRPr lang="en-US"/>
          </a:p>
          <a:p>
            <a:pPr marL="457200" indent="-457200">
              <a:buChar char="•"/>
            </a:pPr>
            <a:endParaRPr lang="en-US" dirty="0"/>
          </a:p>
        </p:txBody>
      </p:sp>
      <p:pic>
        <p:nvPicPr>
          <p:cNvPr id="4" name="Picture 3" descr="A hand writing on a blackboard&#10;&#10;AI-generated content may be incorrect.">
            <a:extLst>
              <a:ext uri="{FF2B5EF4-FFF2-40B4-BE49-F238E27FC236}">
                <a16:creationId xmlns:a16="http://schemas.microsoft.com/office/drawing/2014/main" id="{151F0386-F80A-4392-903E-73812A1D5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27831" y="3874193"/>
            <a:ext cx="3048000" cy="2028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E8221-92D0-D9C4-1FBB-E6B26567DDDA}"/>
              </a:ext>
            </a:extLst>
          </p:cNvPr>
          <p:cNvSpPr txBox="1"/>
          <p:nvPr/>
        </p:nvSpPr>
        <p:spPr>
          <a:xfrm>
            <a:off x="8027831" y="6310850"/>
            <a:ext cx="3048000" cy="317500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48805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E43B-39D5-45BF-5714-C7D02C2E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C4F4F-EE56-4944-B806-DA86B4F7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Privacy &amp; data security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Access and equity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Informed consent</a:t>
            </a:r>
            <a:endParaRPr lang="en-US" dirty="0"/>
          </a:p>
          <a:p>
            <a:pPr marL="457200" indent="-457200"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11FFCB32-DD98-0D47-0D77-A684B86F7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28564" y="2843548"/>
            <a:ext cx="4445519" cy="31778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274D0A-41CE-1EC9-2A2B-BB6E035D2B00}"/>
              </a:ext>
            </a:extLst>
          </p:cNvPr>
          <p:cNvSpPr txBox="1"/>
          <p:nvPr/>
        </p:nvSpPr>
        <p:spPr>
          <a:xfrm>
            <a:off x="9304204" y="6182395"/>
            <a:ext cx="2169509" cy="156515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3049420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DA80A-23F8-1A24-A023-DCCB51AB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3AE1-EBCC-679E-E18A-13184D6C3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Early AF detection (Apple Heart Study, </a:t>
            </a:r>
            <a:r>
              <a:rPr lang="en-US" err="1">
                <a:ea typeface="+mn-lt"/>
                <a:cs typeface="+mn-lt"/>
              </a:rPr>
              <a:t>mSToPS</a:t>
            </a:r>
            <a:r>
              <a:rPr lang="en-US" dirty="0">
                <a:ea typeface="+mn-lt"/>
                <a:cs typeface="+mn-lt"/>
              </a:rPr>
              <a:t> trial)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Improved engagement, safety, and quality of life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KPIs: detection rate, hospital visits, patient satisfaction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person in blue robe holding a hand to another person&#10;&#10;AI-generated content may be incorrect.">
            <a:extLst>
              <a:ext uri="{FF2B5EF4-FFF2-40B4-BE49-F238E27FC236}">
                <a16:creationId xmlns:a16="http://schemas.microsoft.com/office/drawing/2014/main" id="{04E29B5B-44E4-6C61-08F3-4E0B9A78B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85915" y="4286103"/>
            <a:ext cx="3369972" cy="2246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84A171-94A6-75DC-2B2F-DD273D2CA020}"/>
              </a:ext>
            </a:extLst>
          </p:cNvPr>
          <p:cNvSpPr txBox="1"/>
          <p:nvPr/>
        </p:nvSpPr>
        <p:spPr>
          <a:xfrm>
            <a:off x="7823915" y="6671771"/>
            <a:ext cx="3369972" cy="81388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664162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DA3C-164B-E20C-1C47-5FB01A24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Development Life cycle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6F69-B5D6-1640-AE59-61C3CC53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Planning: feasibility, stakeholders, objectives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Requirements Analysis: accuracy, security, usability, interoperability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Design: Data flow: Watch → App → Cloud → EHR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F9EBB-7B7D-4500-DA68-68D037C45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79373" y="4628507"/>
            <a:ext cx="3704017" cy="2087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B7493-DF6D-3986-9789-D9122323B6D3}"/>
              </a:ext>
            </a:extLst>
          </p:cNvPr>
          <p:cNvSpPr txBox="1"/>
          <p:nvPr/>
        </p:nvSpPr>
        <p:spPr>
          <a:xfrm>
            <a:off x="8483600" y="6726238"/>
            <a:ext cx="3703638" cy="317500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168567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E9400-953A-599F-66D6-4325535B4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7AA06-5FEF-C2C8-A2F9-0D3C55040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94776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Implementation: resource allocation (bar chart suggested)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Testing: usability, functionality, interoperability (pie chart/dashboard suggested)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Deployment: phased vs. big bang (comparison chart suggested)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Maintenance: updates, troubleshooting, audits (cycle diagram suggested)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Procurement: vendor selection, cost control, standards compliance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340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4797-572E-C30A-E063-E66BB373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Visuals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1CCC59-1B35-394C-1C57-20205E230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385" y="2715875"/>
            <a:ext cx="4591050" cy="2762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EE8BEA-5B61-E0DE-96F0-805C1CC32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626" y="2709234"/>
            <a:ext cx="4591050" cy="2762250"/>
          </a:xfrm>
          <a:prstGeom prst="rect">
            <a:avLst/>
          </a:prstGeom>
        </p:spPr>
      </p:pic>
      <p:pic>
        <p:nvPicPr>
          <p:cNvPr id="7" name="Picture 6" descr="A green street sign with white text&#10;&#10;AI-generated content may be incorrect.">
            <a:extLst>
              <a:ext uri="{FF2B5EF4-FFF2-40B4-BE49-F238E27FC236}">
                <a16:creationId xmlns:a16="http://schemas.microsoft.com/office/drawing/2014/main" id="{2B1B644F-F7CB-95BD-936C-0C9EF6750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14226" y="63978"/>
            <a:ext cx="5175850" cy="2014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50B1DE-E12E-4C77-C0B8-8938039BE55C}"/>
              </a:ext>
            </a:extLst>
          </p:cNvPr>
          <p:cNvSpPr txBox="1"/>
          <p:nvPr/>
        </p:nvSpPr>
        <p:spPr>
          <a:xfrm>
            <a:off x="8367622" y="2250774"/>
            <a:ext cx="3522454" cy="144973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405671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DF9C-20F2-BEA0-A8DB-D2CEC4C8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Visuals (continued)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38C628-11AB-3B6C-E755-C7F6387EF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100" y="2580090"/>
            <a:ext cx="4591050" cy="2762250"/>
          </a:xfrm>
          <a:prstGeom prst="rect">
            <a:avLst/>
          </a:prstGeom>
        </p:spPr>
      </p:pic>
      <p:pic>
        <p:nvPicPr>
          <p:cNvPr id="5" name="Picture 4" descr="Group 1, Grouped object">
            <a:extLst>
              <a:ext uri="{FF2B5EF4-FFF2-40B4-BE49-F238E27FC236}">
                <a16:creationId xmlns:a16="http://schemas.microsoft.com/office/drawing/2014/main" id="{E5BEF7D4-1FD4-1EA5-6980-B9890D53C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59" y="2578159"/>
            <a:ext cx="56483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43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F5C8-2ECF-C9DC-0DCC-157C8903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Configuration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65282-9DA8-40AC-D0E9-AB4BA2031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User dashboards: clinicians, wellness coordinators, researchers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Alerts and on-demand ECG recordings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Optional modules: fitness, stress tracking</a:t>
            </a:r>
            <a:endParaRPr lang="en-US" dirty="0"/>
          </a:p>
          <a:p>
            <a:endParaRPr lang="en-US" dirty="0"/>
          </a:p>
        </p:txBody>
      </p:sp>
      <p:pic>
        <p:nvPicPr>
          <p:cNvPr id="13" name="Picture 12" descr="Free illustration: Plan, Do, Act, Check, System - Free Image on Pixabay ...">
            <a:extLst>
              <a:ext uri="{FF2B5EF4-FFF2-40B4-BE49-F238E27FC236}">
                <a16:creationId xmlns:a16="http://schemas.microsoft.com/office/drawing/2014/main" id="{17A3563B-44D2-556F-844A-F69D61F7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73" y="4388207"/>
            <a:ext cx="3412902" cy="19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70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B6B17-8E27-4EA7-3F58-C1176244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Standards &amp;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C70B2-93F6-E841-BADF-DA705ED91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HL7, FHIR, ISO/IEEE 11073 for interoperability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HIPAA and GDPR for privacy</a:t>
            </a:r>
            <a:endParaRPr lang="en-US" dirty="0"/>
          </a:p>
          <a:p>
            <a:pPr marL="457200" indent="-457200">
              <a:buChar char="•"/>
            </a:pPr>
            <a:endParaRPr lang="en-US" dirty="0"/>
          </a:p>
        </p:txBody>
      </p:sp>
      <p:pic>
        <p:nvPicPr>
          <p:cNvPr id="4" name="Picture 3" descr="A crossword puzzle with black and white letters&#10;&#10;AI-generated content may be incorrect.">
            <a:extLst>
              <a:ext uri="{FF2B5EF4-FFF2-40B4-BE49-F238E27FC236}">
                <a16:creationId xmlns:a16="http://schemas.microsoft.com/office/drawing/2014/main" id="{BA899297-010B-2501-D8AB-1C7773F8E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69637" y="3836160"/>
            <a:ext cx="3345824" cy="20404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4F9E66-0448-F21D-0A6D-7659C8EE0DB6}"/>
              </a:ext>
            </a:extLst>
          </p:cNvPr>
          <p:cNvSpPr txBox="1"/>
          <p:nvPr/>
        </p:nvSpPr>
        <p:spPr>
          <a:xfrm>
            <a:off x="8056003" y="6069840"/>
            <a:ext cx="2959458" cy="124317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2064367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E0E43-529B-A48E-011D-3B154523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&amp;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F290-9C4D-BB03-0BB6-D8C90E981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Data flow into EHRs/EMRs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Role-based access, encryption, secure logins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Consent management for wellness programs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System Integration Images | Free Vectors, PNGs, Mockups &amp; Backgrounds ...">
            <a:extLst>
              <a:ext uri="{FF2B5EF4-FFF2-40B4-BE49-F238E27FC236}">
                <a16:creationId xmlns:a16="http://schemas.microsoft.com/office/drawing/2014/main" id="{104998CF-2A04-D1DD-FA59-06C8E5873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099" y="4388777"/>
            <a:ext cx="3048000" cy="20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80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FC1B-BEFD-E0D6-CE86-A3536EAB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Patient Outcomes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7C84A-D88B-96B9-FAEB-75D66678A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Early AF detection (Apple Heart Study, </a:t>
            </a:r>
            <a:r>
              <a:rPr lang="en-US" dirty="0" err="1">
                <a:ea typeface="+mn-lt"/>
                <a:cs typeface="+mn-lt"/>
              </a:rPr>
              <a:t>mSToPS</a:t>
            </a:r>
            <a:r>
              <a:rPr lang="en-US" dirty="0">
                <a:ea typeface="+mn-lt"/>
                <a:cs typeface="+mn-lt"/>
              </a:rPr>
              <a:t> trial)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Improved engagement, safety, and quality of life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KPIs: detection rate, hospital visits, patient satisfaction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04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396C-6069-1706-1985-92B28D78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1833-9A07-9A65-DFEE-B924619F9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Invest in secure integration and staff education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Use phased implementation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Expand access through collaborations or wellness programs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Continuously monitor outcomes via KPIs</a:t>
            </a:r>
            <a:endParaRPr lang="en-US" dirty="0"/>
          </a:p>
          <a:p>
            <a:pPr marL="457200" indent="-457200">
              <a:buChar char="•"/>
            </a:pPr>
            <a:endParaRPr lang="en-US" dirty="0"/>
          </a:p>
        </p:txBody>
      </p:sp>
      <p:pic>
        <p:nvPicPr>
          <p:cNvPr id="4" name="Picture 3" descr="Statistics Chart Graphic · Free image on Pixabay">
            <a:extLst>
              <a:ext uri="{FF2B5EF4-FFF2-40B4-BE49-F238E27FC236}">
                <a16:creationId xmlns:a16="http://schemas.microsoft.com/office/drawing/2014/main" id="{6525EC5F-1266-E493-34BC-E6141342C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56" y="4389011"/>
            <a:ext cx="3180018" cy="224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87014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JuxtaposeVTI</vt:lpstr>
      <vt:lpstr>Smartwatch ECG Monitoring in Healthcare</vt:lpstr>
      <vt:lpstr>Intro &amp; Background</vt:lpstr>
      <vt:lpstr>Technology Evaluation</vt:lpstr>
      <vt:lpstr>Technology Evaluation – Pros and Cons</vt:lpstr>
      <vt:lpstr>Ethical Implications</vt:lpstr>
      <vt:lpstr>Patient Outcomes</vt:lpstr>
      <vt:lpstr>Software Development Life cycle (Part 1)</vt:lpstr>
      <vt:lpstr>SDLC (Part 2)</vt:lpstr>
      <vt:lpstr>SDLC Visuals</vt:lpstr>
      <vt:lpstr>SDLC Visuals (continued)</vt:lpstr>
      <vt:lpstr>System Configuration Plan</vt:lpstr>
      <vt:lpstr>Standards &amp; Compliance</vt:lpstr>
      <vt:lpstr>Integration &amp; Security</vt:lpstr>
      <vt:lpstr>Patient Outcomes Visualization</vt:lpstr>
      <vt:lpstr>Conclusion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192</cp:revision>
  <dcterms:created xsi:type="dcterms:W3CDTF">2025-10-08T03:39:35Z</dcterms:created>
  <dcterms:modified xsi:type="dcterms:W3CDTF">2025-10-08T05:41:58Z</dcterms:modified>
</cp:coreProperties>
</file>